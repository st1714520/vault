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4b71adbbfc4ff6" /><Relationship Type="http://schemas.openxmlformats.org/officeDocument/2006/relationships/extended-properties" Target="/docProps/app.xml" Id="Rfc1184386a494a22" /><Relationship Type="http://schemas.openxmlformats.org/officeDocument/2006/relationships/officeDocument" Target="/ppt/presentation.xml" Id="R049314a70b1b45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03400ae8e84949"/>
  </p:sldMasterIdLst>
  <p:notesMasterIdLst>
    <p:notesMasterId xmlns:r="http://schemas.openxmlformats.org/officeDocument/2006/relationships" r:id="R07b24cb30d4d4b3f"/>
  </p:notesMasterIdLst>
  <p:sldIdLst>
    <p:sldId xmlns:r="http://schemas.openxmlformats.org/officeDocument/2006/relationships" id="256" r:id="R993b1f84852b4463"/>
    <p:sldId xmlns:r="http://schemas.openxmlformats.org/officeDocument/2006/relationships" id="257" r:id="R1c19faf609364039"/>
    <p:sldId xmlns:r="http://schemas.openxmlformats.org/officeDocument/2006/relationships" id="258" r:id="Rbf98103f45ff4b51"/>
    <p:sldId xmlns:r="http://schemas.openxmlformats.org/officeDocument/2006/relationships" id="259" r:id="R74ba50e2a3944939"/>
    <p:sldId xmlns:r="http://schemas.openxmlformats.org/officeDocument/2006/relationships" id="260" r:id="R0c4c672892704f06"/>
    <p:sldId xmlns:r="http://schemas.openxmlformats.org/officeDocument/2006/relationships" id="261" r:id="Reba53d792cbb45c1"/>
    <p:sldId xmlns:r="http://schemas.openxmlformats.org/officeDocument/2006/relationships" id="262" r:id="R83d3ebf76c1b4fc2"/>
    <p:sldId xmlns:r="http://schemas.openxmlformats.org/officeDocument/2006/relationships" id="263" r:id="R0760d3756d9c4956"/>
    <p:sldId xmlns:r="http://schemas.openxmlformats.org/officeDocument/2006/relationships" id="264" r:id="R8a6b357e710b49f4"/>
    <p:sldId xmlns:r="http://schemas.openxmlformats.org/officeDocument/2006/relationships" id="265" r:id="R1e1ed8d3ac5148e3"/>
    <p:sldId xmlns:r="http://schemas.openxmlformats.org/officeDocument/2006/relationships" id="266" r:id="R0810c57b16654d0b"/>
    <p:sldId xmlns:r="http://schemas.openxmlformats.org/officeDocument/2006/relationships" id="267" r:id="R9019af8d66964ec6"/>
    <p:sldId xmlns:r="http://schemas.openxmlformats.org/officeDocument/2006/relationships" id="268" r:id="R87bc01208287409f"/>
    <p:sldId xmlns:r="http://schemas.openxmlformats.org/officeDocument/2006/relationships" id="269" r:id="R8582c99b2e434561"/>
    <p:sldId xmlns:r="http://schemas.openxmlformats.org/officeDocument/2006/relationships" id="270" r:id="R48ad3a31db684726"/>
    <p:sldId xmlns:r="http://schemas.openxmlformats.org/officeDocument/2006/relationships" id="271" r:id="Ra59e4c201719420e"/>
    <p:sldId xmlns:r="http://schemas.openxmlformats.org/officeDocument/2006/relationships" id="272" r:id="R4fc19fcbda07424a"/>
    <p:sldId xmlns:r="http://schemas.openxmlformats.org/officeDocument/2006/relationships" id="273" r:id="R4e6c2157a6b046e6"/>
    <p:sldId xmlns:r="http://schemas.openxmlformats.org/officeDocument/2006/relationships" id="274" r:id="R29ff84d03e144a8c"/>
    <p:sldId xmlns:r="http://schemas.openxmlformats.org/officeDocument/2006/relationships" id="275" r:id="Rc72886304202455e"/>
    <p:sldId xmlns:r="http://schemas.openxmlformats.org/officeDocument/2006/relationships" id="276" r:id="R6abdc4da656846ef"/>
    <p:sldId xmlns:r="http://schemas.openxmlformats.org/officeDocument/2006/relationships" id="277" r:id="R3c1304610ec14e95"/>
    <p:sldId xmlns:r="http://schemas.openxmlformats.org/officeDocument/2006/relationships" id="278" r:id="Rfaa25f39ff324560"/>
    <p:sldId xmlns:r="http://schemas.openxmlformats.org/officeDocument/2006/relationships" id="279" r:id="R7dfb7b76e4a74557"/>
    <p:sldId xmlns:r="http://schemas.openxmlformats.org/officeDocument/2006/relationships" id="280" r:id="Rdbe5504665cc4605"/>
    <p:sldId xmlns:r="http://schemas.openxmlformats.org/officeDocument/2006/relationships" id="281" r:id="R5b237001fb364b26"/>
    <p:sldId xmlns:r="http://schemas.openxmlformats.org/officeDocument/2006/relationships" id="282" r:id="R8ddccdf08a854fd2"/>
    <p:sldId xmlns:r="http://schemas.openxmlformats.org/officeDocument/2006/relationships" id="283" r:id="R725bd14767034ef9"/>
    <p:sldId xmlns:r="http://schemas.openxmlformats.org/officeDocument/2006/relationships" id="284" r:id="R31bd7a4a80d1412c"/>
    <p:sldId xmlns:r="http://schemas.openxmlformats.org/officeDocument/2006/relationships" id="285" r:id="R9b7ea7e4c3714797"/>
    <p:sldId xmlns:r="http://schemas.openxmlformats.org/officeDocument/2006/relationships" id="286" r:id="Rfa48a307e02e49c6"/>
    <p:sldId xmlns:r="http://schemas.openxmlformats.org/officeDocument/2006/relationships" id="287" r:id="R2f9bdfe0722f492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7c3eb0f5f44c79" /><Relationship Type="http://schemas.openxmlformats.org/officeDocument/2006/relationships/slideMaster" Target="/ppt/slideMasters/slideMaster1.xml" Id="Rd903400ae8e84949" /><Relationship Type="http://schemas.openxmlformats.org/officeDocument/2006/relationships/notesMaster" Target="/ppt/notesMasters/notesMaster1.xml" Id="R07b24cb30d4d4b3f" /><Relationship Type="http://schemas.openxmlformats.org/officeDocument/2006/relationships/presProps" Target="/ppt/presProps.xml" Id="Rc5c7b5e17d2f4fbc" /><Relationship Type="http://schemas.openxmlformats.org/officeDocument/2006/relationships/tableStyles" Target="/ppt/tableStyles.xml" Id="R0b5f1f9572e64835" /><Relationship Type="http://schemas.openxmlformats.org/officeDocument/2006/relationships/slide" Target="/ppt/slides/slide1.xml" Id="R993b1f84852b4463" /><Relationship Type="http://schemas.openxmlformats.org/officeDocument/2006/relationships/slide" Target="/ppt/slides/slide2.xml" Id="R1c19faf609364039" /><Relationship Type="http://schemas.openxmlformats.org/officeDocument/2006/relationships/slide" Target="/ppt/slides/slide3.xml" Id="Rbf98103f45ff4b51" /><Relationship Type="http://schemas.openxmlformats.org/officeDocument/2006/relationships/slide" Target="/ppt/slides/slide4.xml" Id="R74ba50e2a3944939" /><Relationship Type="http://schemas.openxmlformats.org/officeDocument/2006/relationships/slide" Target="/ppt/slides/slide5.xml" Id="R0c4c672892704f06" /><Relationship Type="http://schemas.openxmlformats.org/officeDocument/2006/relationships/slide" Target="/ppt/slides/slide6.xml" Id="Reba53d792cbb45c1" /><Relationship Type="http://schemas.openxmlformats.org/officeDocument/2006/relationships/slide" Target="/ppt/slides/slide7.xml" Id="R83d3ebf76c1b4fc2" /><Relationship Type="http://schemas.openxmlformats.org/officeDocument/2006/relationships/slide" Target="/ppt/slides/slide8.xml" Id="R0760d3756d9c4956" /><Relationship Type="http://schemas.openxmlformats.org/officeDocument/2006/relationships/slide" Target="/ppt/slides/slide9.xml" Id="R8a6b357e710b49f4" /><Relationship Type="http://schemas.openxmlformats.org/officeDocument/2006/relationships/slide" Target="/ppt/slides/slide10.xml" Id="R1e1ed8d3ac5148e3" /><Relationship Type="http://schemas.openxmlformats.org/officeDocument/2006/relationships/slide" Target="/ppt/slides/slide11.xml" Id="R0810c57b16654d0b" /><Relationship Type="http://schemas.openxmlformats.org/officeDocument/2006/relationships/slide" Target="/ppt/slides/slide12.xml" Id="R9019af8d66964ec6" /><Relationship Type="http://schemas.openxmlformats.org/officeDocument/2006/relationships/slide" Target="/ppt/slides/slide13.xml" Id="R87bc01208287409f" /><Relationship Type="http://schemas.openxmlformats.org/officeDocument/2006/relationships/slide" Target="/ppt/slides/slide14.xml" Id="R8582c99b2e434561" /><Relationship Type="http://schemas.openxmlformats.org/officeDocument/2006/relationships/slide" Target="/ppt/slides/slide15.xml" Id="R48ad3a31db684726" /><Relationship Type="http://schemas.openxmlformats.org/officeDocument/2006/relationships/slide" Target="/ppt/slides/slide16.xml" Id="Ra59e4c201719420e" /><Relationship Type="http://schemas.openxmlformats.org/officeDocument/2006/relationships/slide" Target="/ppt/slides/slide17.xml" Id="R4fc19fcbda07424a" /><Relationship Type="http://schemas.openxmlformats.org/officeDocument/2006/relationships/slide" Target="/ppt/slides/slide18.xml" Id="R4e6c2157a6b046e6" /><Relationship Type="http://schemas.openxmlformats.org/officeDocument/2006/relationships/slide" Target="/ppt/slides/slide19.xml" Id="R29ff84d03e144a8c" /><Relationship Type="http://schemas.openxmlformats.org/officeDocument/2006/relationships/slide" Target="/ppt/slides/slide20.xml" Id="Rc72886304202455e" /><Relationship Type="http://schemas.openxmlformats.org/officeDocument/2006/relationships/slide" Target="/ppt/slides/slide21.xml" Id="R6abdc4da656846ef" /><Relationship Type="http://schemas.openxmlformats.org/officeDocument/2006/relationships/slide" Target="/ppt/slides/slide22.xml" Id="R3c1304610ec14e95" /><Relationship Type="http://schemas.openxmlformats.org/officeDocument/2006/relationships/slide" Target="/ppt/slides/slide23.xml" Id="Rfaa25f39ff324560" /><Relationship Type="http://schemas.openxmlformats.org/officeDocument/2006/relationships/slide" Target="/ppt/slides/slide24.xml" Id="R7dfb7b76e4a74557" /><Relationship Type="http://schemas.openxmlformats.org/officeDocument/2006/relationships/slide" Target="/ppt/slides/slide25.xml" Id="Rdbe5504665cc4605" /><Relationship Type="http://schemas.openxmlformats.org/officeDocument/2006/relationships/slide" Target="/ppt/slides/slide26.xml" Id="R5b237001fb364b26" /><Relationship Type="http://schemas.openxmlformats.org/officeDocument/2006/relationships/slide" Target="/ppt/slides/slide27.xml" Id="R8ddccdf08a854fd2" /><Relationship Type="http://schemas.openxmlformats.org/officeDocument/2006/relationships/slide" Target="/ppt/slides/slide28.xml" Id="R725bd14767034ef9" /><Relationship Type="http://schemas.openxmlformats.org/officeDocument/2006/relationships/slide" Target="/ppt/slides/slide29.xml" Id="R31bd7a4a80d1412c" /><Relationship Type="http://schemas.openxmlformats.org/officeDocument/2006/relationships/slide" Target="/ppt/slides/slide30.xml" Id="R9b7ea7e4c3714797" /><Relationship Type="http://schemas.openxmlformats.org/officeDocument/2006/relationships/slide" Target="/ppt/slides/slide31.xml" Id="Rfa48a307e02e49c6" /><Relationship Type="http://schemas.openxmlformats.org/officeDocument/2006/relationships/slide" Target="/ppt/slides/slide32.xml" Id="R2f9bdfe0722f49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5a38f31a2442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f876677aa6452a" /><Relationship Type="http://schemas.openxmlformats.org/officeDocument/2006/relationships/notesMaster" Target="/ppt/notesMasters/notesMaster1.xml" Id="R86badeb0dc9745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6925a6b1ef4f7e" /><Relationship Type="http://schemas.openxmlformats.org/officeDocument/2006/relationships/notesMaster" Target="/ppt/notesMasters/notesMaster1.xml" Id="R4dbff5f140a241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67b6d89ef1403b" /><Relationship Type="http://schemas.openxmlformats.org/officeDocument/2006/relationships/notesMaster" Target="/ppt/notesMasters/notesMaster1.xml" Id="R53567be690664f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7aab4bab104b48" /><Relationship Type="http://schemas.openxmlformats.org/officeDocument/2006/relationships/notesMaster" Target="/ppt/notesMasters/notesMaster1.xml" Id="R74427c7373094e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74c3e246b9487f" /><Relationship Type="http://schemas.openxmlformats.org/officeDocument/2006/relationships/notesMaster" Target="/ppt/notesMasters/notesMaster1.xml" Id="Rbd9e15514a4948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4c5f378eba47d5" /><Relationship Type="http://schemas.openxmlformats.org/officeDocument/2006/relationships/notesMaster" Target="/ppt/notesMasters/notesMaster1.xml" Id="R8a8bb442b77640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57a6c0a1a04a60" /><Relationship Type="http://schemas.openxmlformats.org/officeDocument/2006/relationships/notesMaster" Target="/ppt/notesMasters/notesMaster1.xml" Id="R44257c65b19d40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fb67d01d444df2" /><Relationship Type="http://schemas.openxmlformats.org/officeDocument/2006/relationships/notesMaster" Target="/ppt/notesMasters/notesMaster1.xml" Id="R64870d17ded647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ec6fa85f904e7e" /><Relationship Type="http://schemas.openxmlformats.org/officeDocument/2006/relationships/notesMaster" Target="/ppt/notesMasters/notesMaster1.xml" Id="R546f811ab0304e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ba29545b1b4ca0" /><Relationship Type="http://schemas.openxmlformats.org/officeDocument/2006/relationships/notesMaster" Target="/ppt/notesMasters/notesMaster1.xml" Id="R5538c71ad5b140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e0a28bede94bf4" /><Relationship Type="http://schemas.openxmlformats.org/officeDocument/2006/relationships/notesMaster" Target="/ppt/notesMasters/notesMaster1.xml" Id="R58e4b8e0c79c4b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9e0c7f6b284d07" /><Relationship Type="http://schemas.openxmlformats.org/officeDocument/2006/relationships/notesMaster" Target="/ppt/notesMasters/notesMaster1.xml" Id="Re9ca47af66b649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45dbe571f94640" /><Relationship Type="http://schemas.openxmlformats.org/officeDocument/2006/relationships/notesMaster" Target="/ppt/notesMasters/notesMaster1.xml" Id="R22f4e6984afa47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74919b58a1f463a" /><Relationship Type="http://schemas.openxmlformats.org/officeDocument/2006/relationships/notesMaster" Target="/ppt/notesMasters/notesMaster1.xml" Id="Re731b4983ad843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6b9a6fbd98c43fc" /><Relationship Type="http://schemas.openxmlformats.org/officeDocument/2006/relationships/notesMaster" Target="/ppt/notesMasters/notesMaster1.xml" Id="Rd5ff46b75b1f4d4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9e54953524f46a6" /><Relationship Type="http://schemas.openxmlformats.org/officeDocument/2006/relationships/notesMaster" Target="/ppt/notesMasters/notesMaster1.xml" Id="Ra2f362c6c6994f0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0b21ab18f954760" /><Relationship Type="http://schemas.openxmlformats.org/officeDocument/2006/relationships/notesMaster" Target="/ppt/notesMasters/notesMaster1.xml" Id="R46b0b3959ea5467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b6a3cb1f8114c10" /><Relationship Type="http://schemas.openxmlformats.org/officeDocument/2006/relationships/notesMaster" Target="/ppt/notesMasters/notesMaster1.xml" Id="Rd1acc3da4e2640c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feee777170d4805" /><Relationship Type="http://schemas.openxmlformats.org/officeDocument/2006/relationships/notesMaster" Target="/ppt/notesMasters/notesMaster1.xml" Id="R3e8fa41298064a1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5ef9c42215b4348" /><Relationship Type="http://schemas.openxmlformats.org/officeDocument/2006/relationships/notesMaster" Target="/ppt/notesMasters/notesMaster1.xml" Id="R558f70042f90421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bf08d9170774097" /><Relationship Type="http://schemas.openxmlformats.org/officeDocument/2006/relationships/notesMaster" Target="/ppt/notesMasters/notesMaster1.xml" Id="Rb8974cc0590b4f1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4bb431cccbf4410" /><Relationship Type="http://schemas.openxmlformats.org/officeDocument/2006/relationships/notesMaster" Target="/ppt/notesMasters/notesMaster1.xml" Id="Ra9919b8e1ac44aa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7f633b6b6c04425" /><Relationship Type="http://schemas.openxmlformats.org/officeDocument/2006/relationships/notesMaster" Target="/ppt/notesMasters/notesMaster1.xml" Id="R9c2645c86fa0434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8d7e3615ae143e9" /><Relationship Type="http://schemas.openxmlformats.org/officeDocument/2006/relationships/notesMaster" Target="/ppt/notesMasters/notesMaster1.xml" Id="R8096f0d8984848f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370d5f184f34ace" /><Relationship Type="http://schemas.openxmlformats.org/officeDocument/2006/relationships/notesMaster" Target="/ppt/notesMasters/notesMaster1.xml" Id="R88ec72f5f69b444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e2ffa6cfab54b46" /><Relationship Type="http://schemas.openxmlformats.org/officeDocument/2006/relationships/notesMaster" Target="/ppt/notesMasters/notesMaster1.xml" Id="R1cd147c1db7b44d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8ac4903decb463b" /><Relationship Type="http://schemas.openxmlformats.org/officeDocument/2006/relationships/notesMaster" Target="/ppt/notesMasters/notesMaster1.xml" Id="R17c47e95280f4eb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e9fcd0b820d4ed6" /><Relationship Type="http://schemas.openxmlformats.org/officeDocument/2006/relationships/notesMaster" Target="/ppt/notesMasters/notesMaster1.xml" Id="R337e6113e03649a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ef5e8389fb04a25" /><Relationship Type="http://schemas.openxmlformats.org/officeDocument/2006/relationships/notesMaster" Target="/ppt/notesMasters/notesMaster1.xml" Id="R05bbb392ff86400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c8a5323b6644263" /><Relationship Type="http://schemas.openxmlformats.org/officeDocument/2006/relationships/notesMaster" Target="/ppt/notesMasters/notesMaster1.xml" Id="R4ad30fdf5ed846c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93c4f6bd041406d" /><Relationship Type="http://schemas.openxmlformats.org/officeDocument/2006/relationships/notesMaster" Target="/ppt/notesMasters/notesMaster1.xml" Id="R57771214fb244e4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6264fd1b3b54897" /><Relationship Type="http://schemas.openxmlformats.org/officeDocument/2006/relationships/notesMaster" Target="/ppt/notesMasters/notesMaster1.xml" Id="R207a70bd9c4f4a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638f6c2fff4d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bac9f8c2e042df" /><Relationship Type="http://schemas.openxmlformats.org/officeDocument/2006/relationships/slideLayout" Target="/ppt/slideLayouts/slideLayout1.xml" Id="R0d56898a21f544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56898a21f544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6bf78e73449fb" /><Relationship Type="http://schemas.openxmlformats.org/officeDocument/2006/relationships/image" Target="/ppt/media/image.png" Id="Rf525a0214ecb4468" /><Relationship Type="http://schemas.openxmlformats.org/officeDocument/2006/relationships/notesSlide" Target="/ppt/notesSlides/notesSlide1.xml" Id="Rdfedf684e42e45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5286b09884b5a" /><Relationship Type="http://schemas.openxmlformats.org/officeDocument/2006/relationships/notesSlide" Target="/ppt/notesSlides/notesSlide2.xml" Id="R1d152270f10c41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c9551cd524240" /><Relationship Type="http://schemas.openxmlformats.org/officeDocument/2006/relationships/notesSlide" Target="/ppt/notesSlides/notesSlide3.xml" Id="R72bf139311a342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9034f26af4b43" /><Relationship Type="http://schemas.openxmlformats.org/officeDocument/2006/relationships/notesSlide" Target="/ppt/notesSlides/notesSlide4.xml" Id="R480aa7d990d940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f85226d6c46ed" /><Relationship Type="http://schemas.openxmlformats.org/officeDocument/2006/relationships/notesSlide" Target="/ppt/notesSlides/notesSlide5.xml" Id="R4dea3a0eff5a4d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f4158a87b4ffd" /><Relationship Type="http://schemas.openxmlformats.org/officeDocument/2006/relationships/notesSlide" Target="/ppt/notesSlides/notesSlide6.xml" Id="R8ca837b4a1454f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e8eeb85884cf1" /><Relationship Type="http://schemas.openxmlformats.org/officeDocument/2006/relationships/notesSlide" Target="/ppt/notesSlides/notesSlide7.xml" Id="Rfd759453e0384e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351709bda47ee" /><Relationship Type="http://schemas.openxmlformats.org/officeDocument/2006/relationships/notesSlide" Target="/ppt/notesSlides/notesSlide8.xml" Id="Rba192fa26a4744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5aaa7671f48e6" /><Relationship Type="http://schemas.openxmlformats.org/officeDocument/2006/relationships/notesSlide" Target="/ppt/notesSlides/notesSlide9.xml" Id="R3cb1b234956d45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3066fc37c4eac" /><Relationship Type="http://schemas.openxmlformats.org/officeDocument/2006/relationships/notesSlide" Target="/ppt/notesSlides/notesSlide10.xml" Id="Rc6e0e264d46b40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d52e891df42f6" /><Relationship Type="http://schemas.openxmlformats.org/officeDocument/2006/relationships/notesSlide" Target="/ppt/notesSlides/notesSlide11.xml" Id="Rdfc7d370a49147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77a54ae30431e" /><Relationship Type="http://schemas.openxmlformats.org/officeDocument/2006/relationships/notesSlide" Target="/ppt/notesSlides/notesSlide12.xml" Id="R73817cf06ab743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1b6d71c23420f" /><Relationship Type="http://schemas.openxmlformats.org/officeDocument/2006/relationships/notesSlide" Target="/ppt/notesSlides/notesSlide13.xml" Id="R6b13a67cf4a941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3a3665d7247a6" /><Relationship Type="http://schemas.openxmlformats.org/officeDocument/2006/relationships/notesSlide" Target="/ppt/notesSlides/notesSlide14.xml" Id="R924f813061174a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c0f4af3234757" /><Relationship Type="http://schemas.openxmlformats.org/officeDocument/2006/relationships/notesSlide" Target="/ppt/notesSlides/notesSlide15.xml" Id="Rf3b40eafbc8044f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18738b9084a99" /><Relationship Type="http://schemas.openxmlformats.org/officeDocument/2006/relationships/notesSlide" Target="/ppt/notesSlides/notesSlide16.xml" Id="R394429054b314c6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072605ba24878" /><Relationship Type="http://schemas.openxmlformats.org/officeDocument/2006/relationships/notesSlide" Target="/ppt/notesSlides/notesSlide17.xml" Id="R621dc8ab5ae4403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d7d26c4a64bfa" /><Relationship Type="http://schemas.openxmlformats.org/officeDocument/2006/relationships/notesSlide" Target="/ppt/notesSlides/notesSlide18.xml" Id="R0acd5efb2e83448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55b5a2aee486f" /><Relationship Type="http://schemas.openxmlformats.org/officeDocument/2006/relationships/notesSlide" Target="/ppt/notesSlides/notesSlide19.xml" Id="Rb111f8477a99414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7f0c863044bcd" /><Relationship Type="http://schemas.openxmlformats.org/officeDocument/2006/relationships/notesSlide" Target="/ppt/notesSlides/notesSlide20.xml" Id="R888af8f7878945e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79ca3fb9b4345" /><Relationship Type="http://schemas.openxmlformats.org/officeDocument/2006/relationships/notesSlide" Target="/ppt/notesSlides/notesSlide21.xml" Id="R5a94ed52594a488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434ac5d9e442c" /><Relationship Type="http://schemas.openxmlformats.org/officeDocument/2006/relationships/notesSlide" Target="/ppt/notesSlides/notesSlide22.xml" Id="Re4134cad89154ec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56114357a4af3" /><Relationship Type="http://schemas.openxmlformats.org/officeDocument/2006/relationships/notesSlide" Target="/ppt/notesSlides/notesSlide23.xml" Id="R0ca8a44b11454f5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a531c47b045e8" /><Relationship Type="http://schemas.openxmlformats.org/officeDocument/2006/relationships/notesSlide" Target="/ppt/notesSlides/notesSlide24.xml" Id="R91235cc89faa4bf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32294a68f4f97" /><Relationship Type="http://schemas.openxmlformats.org/officeDocument/2006/relationships/notesSlide" Target="/ppt/notesSlides/notesSlide25.xml" Id="Rceae225c49ab482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2f39e1a7242ec" /><Relationship Type="http://schemas.openxmlformats.org/officeDocument/2006/relationships/notesSlide" Target="/ppt/notesSlides/notesSlide26.xml" Id="R3a881fc89054401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7da6e17014d83" /><Relationship Type="http://schemas.openxmlformats.org/officeDocument/2006/relationships/notesSlide" Target="/ppt/notesSlides/notesSlide27.xml" Id="R365954d79ee04e3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7cd36f4a04a7c" /><Relationship Type="http://schemas.openxmlformats.org/officeDocument/2006/relationships/notesSlide" Target="/ppt/notesSlides/notesSlide28.xml" Id="R709cbadde37a44c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be34eb4f44a1f" /><Relationship Type="http://schemas.openxmlformats.org/officeDocument/2006/relationships/notesSlide" Target="/ppt/notesSlides/notesSlide29.xml" Id="R172ae31cf3304f1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c2597ac07490d" /><Relationship Type="http://schemas.openxmlformats.org/officeDocument/2006/relationships/notesSlide" Target="/ppt/notesSlides/notesSlide30.xml" Id="R9fcd7f3b26ca4ea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41504152f4a1f" /><Relationship Type="http://schemas.openxmlformats.org/officeDocument/2006/relationships/notesSlide" Target="/ppt/notesSlides/notesSlide31.xml" Id="R56f6ade34bd8428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301c651594b5d" /><Relationship Type="http://schemas.openxmlformats.org/officeDocument/2006/relationships/notesSlide" Target="/ppt/notesSlides/notesSlide32.xml" Id="Rfebb423cbada45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5a0214ecb446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6AE49-025E-4F5C-8873-13B5938B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2801A-A208-4AD2-9C55-7CF2EDBD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rPr>
              <a:t>讀書分享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F9AA6-D4B9-4630-B4DA-2123A7C1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762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榮格心理學</a:t>
            </a:r>
          </a:p>
          <a:p xmlns:a="http://schemas.openxmlformats.org/drawingml/2006/main">
            <a:pPr algn="l">
              <a:defRPr sz="43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入門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630E1-9F55-43FC-BAD1-A52F2557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rPr>
              <a:t>自我重生的人生旅程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06CA1-370D-4411-BF11-88628C6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4B3CE-1CAE-4368-8A60-F4CF1E00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從失敗、夢境與家庭命運</a:t>
            </a:r>
          </a:p>
          <a:p xmlns:a="http://schemas.openxmlformats.org/drawingml/2006/main">
            <a:pPr algn="l">
              <a:defRPr sz="1575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重新理解「成為自己」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00746-388A-4F68-8C25-499BE115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rPr>
              <a:t>山根久美子｜序章—第三章</a:t>
            </a:r>
          </a:p>
        </p:txBody>
      </p:sp>
    </p:spTree>
    <p:extLst>
      <p:ext uri="{BB962C8B-B14F-4D97-AF65-F5344CB8AC3E}">
        <p14:creationId xmlns:p14="http://schemas.microsoft.com/office/powerpoint/2010/main" val="731456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874AB8-C723-41CC-91C2-32DDFD31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5F45"/>
                </a:solidFill>
                <a:latin typeface="Microsoft JhengHei"/>
                <a:ea typeface="Microsoft JhengHei"/>
                <a:cs typeface="Microsoft JhengHei"/>
              </a:rPr>
              <a:t>OPENING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90A88-D08C-4A6D-B020-A9B6F73E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809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當人生沒有標準答案，</a:t>
            </a:r>
          </a:p>
          <a:p xmlns:a="http://schemas.openxmlformats.org/drawingml/2006/main">
            <a:pPr algn="l">
              <a:defRPr sz="34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我們要依靠什麼做選擇？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013B4-783E-4A48-8B6A-D48BD4DF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C2B27-678F-4158-8BD2-B824C0EC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33625"/>
            <a:ext cx="1809750" cy="1809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3A6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B5ABB-1884-457C-99F9-82DCD759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1809750" cy="1809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18C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7DB40-CF38-476B-A04D-701F1F66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764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選擇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35054-992D-4B38-BD03-F2C1788A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909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18C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718C78"/>
                </a:solidFill>
                <a:latin typeface="Microsoft JhengHei"/>
                <a:ea typeface="Microsoft JhengHei"/>
                <a:cs typeface="Microsoft JhengHei"/>
              </a:rPr>
              <a:t>不安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15473-CEE7-4F04-AB4E-8B7B1EAA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這不是一場名詞考試，而是一條回到自己的路。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8DB4F-E68B-43D8-A8CD-ECC6D63C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序章｜活出自我的榮格心理學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D403B-DE3B-4153-B300-5929CC7E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842228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E9E058-CAF0-40FD-8DE1-A381A597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我們活在一個「自由，卻不安」的時代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5A536-DD31-4E8F-9A7F-F42A1708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274A2-1F63-49E0-ADEF-DBC2946C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序章｜活出自我的榮格心理學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8C669-3738-4B4D-BDDE-752DEE09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EDD20-1AD8-4DB5-8F0F-2FC80ED8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238500" cy="34290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C8CF9-DD8D-436D-84C5-DC1DAB03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6200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3C705-E40E-4925-A156-57652C47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大敘事退場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30CCB-B307-4219-8D1D-B6334573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7432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共同相信的成功公式逐漸失去力量；人生不再只有一條被認可的道路。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860A6-2B90-4B14-8F6E-EDC3BADA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3238500" cy="34290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9890E-4D1B-4858-B0AA-BDC84971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76200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07271-9515-47AE-B794-A401DF1C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0500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選項持續增加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FC204-1B84-41A9-9866-D722B7EC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19350"/>
            <a:ext cx="27432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工作、關係、性別與生活方式更自由，也意味著每一步都要自己承擔。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3D7F4B-DA0A-4278-A139-E49C9BF0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76400"/>
            <a:ext cx="3238500" cy="34290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EEAF6-9DDF-4960-9B56-4DD0F5D8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76400"/>
            <a:ext cx="76200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8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9CCE6-0C1B-4B93-83CF-81AF3FD1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0500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安心感反而減少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29301D-075F-482A-8CDA-614E088F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19350"/>
            <a:ext cx="27432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選擇越多，越難確認哪一道門才是「正確」的；不選，也是一種選擇。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840DB-72F2-4414-91A6-2CDAD391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自由保障的是可能性，並不保證我們一定選對。</a:t>
            </a:r>
          </a:p>
        </p:txBody>
      </p:sp>
    </p:spTree>
    <p:extLst>
      <p:ext uri="{BB962C8B-B14F-4D97-AF65-F5344CB8AC3E}">
        <p14:creationId xmlns:p14="http://schemas.microsoft.com/office/powerpoint/2010/main" val="5816748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959B5F-1981-43C7-9B81-0F04939A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「自由牢籠」：門越多，越難走出去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1C437-4189-4250-9F69-0052B5F3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78E88-4EDA-4778-9CEE-14DBEBEF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序章｜活出自我的榮格心理學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D924A-5AD5-4E68-BEF9-63575B4E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B6F4B-5087-4B3E-BC37-55F7ED48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3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9467C-DFEC-4D53-A4B0-CB31B183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0300"/>
            <a:ext cx="876300" cy="20955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03B4B"/>
          </a:solidFill>
          <a:ln xmlns:a="http://schemas.openxmlformats.org/drawingml/2006/main" w="19050">
            <a:solidFill>
              <a:srgbClr val="F5F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067E1-A89C-4013-B619-8EEE1680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09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9F58F-36E1-42A8-AD35-711895FA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876300" cy="20955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03B4B"/>
          </a:solidFill>
          <a:ln xmlns:a="http://schemas.openxmlformats.org/drawingml/2006/main" w="19050">
            <a:solidFill>
              <a:srgbClr val="F5F0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79D5D-662B-4082-9635-1D4B3C72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09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E6C21-E75A-456F-ABF5-107A81FC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00300"/>
            <a:ext cx="876300" cy="20955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03B4B"/>
          </a:solidFill>
          <a:ln xmlns:a="http://schemas.openxmlformats.org/drawingml/2006/main" w="19050">
            <a:solidFill>
              <a:srgbClr val="F5F0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2BE04-E2E4-4C4B-9D10-03E71ECC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09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B307DA-9936-48E1-A106-DAC5503F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00300"/>
            <a:ext cx="876300" cy="20955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03B4B"/>
          </a:solidFill>
          <a:ln xmlns:a="http://schemas.openxmlformats.org/drawingml/2006/main" w="19050">
            <a:solidFill>
              <a:srgbClr val="F5F0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416DB-4FC3-4E79-A250-12B4F967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09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A8DF47-761D-4019-9C64-9794E624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00300"/>
            <a:ext cx="876300" cy="20955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C873"/>
          </a:solidFill>
          <a:ln xmlns:a="http://schemas.openxmlformats.org/drawingml/2006/main" w="19050">
            <a:solidFill>
              <a:srgbClr val="F5F0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C09879-3FDA-4FB2-B5C7-24E646FB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4D0DD-FC49-4A82-AA81-5EA76F70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00300"/>
            <a:ext cx="876300" cy="20955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03B4B"/>
          </a:solidFill>
          <a:ln xmlns:a="http://schemas.openxmlformats.org/drawingml/2006/main" w="19050">
            <a:solidFill>
              <a:srgbClr val="F5F0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31AC1-2ABB-45B5-A15F-1F03472B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09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73C8D7-D7C5-4230-BF08-D400E8C1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288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每一道門都可能是出口、深淵或寶藏。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88DC57-951A-4A57-835E-83751549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rPr>
              <a:t>當沒有任何選項能保證安全，人可能用「不選」來避免失去。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5D5FC4-3F90-4281-9C92-256A96BF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分享提示：可邀請聽眾想一個自己遲遲沒有做出的選擇。</a:t>
            </a:r>
          </a:p>
        </p:txBody>
      </p:sp>
    </p:spTree>
    <p:extLst>
      <p:ext uri="{BB962C8B-B14F-4D97-AF65-F5344CB8AC3E}">
        <p14:creationId xmlns:p14="http://schemas.microsoft.com/office/powerpoint/2010/main" val="6185580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85CA30-339A-419B-9EC6-0B4932FA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榮格心理學提供的不是答案，而是方向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54FD4-C0BA-42B4-BB69-230B3E4B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79E46-C239-4B4F-97A5-1B34547E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序章｜活出自我的榮格心理學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127AA-D497-4D52-B745-BBCBF249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9D138-6342-43EA-A390-A8070B3E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4FC29-2B57-4E82-9D49-B51110A4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336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01F97-1527-4379-A868-8448C2E7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1200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外在</a:t>
            </a:r>
          </a:p>
          <a:p xmlns:a="http://schemas.openxmlformats.org/drawingml/2006/main">
            <a:pPr algn="ctr">
              <a:defRPr sz="16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世界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0ECA7-E2E6-4CD3-B85B-2AE4B987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1465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E7A17-C49B-490F-A0ED-584E1F16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3A6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D3A64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7D8F1-14DC-4EE8-B0E7-40F18AAD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19250"/>
            <a:ext cx="2647950" cy="2647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6"/>
          </a:solidFill>
          <a:ln xmlns:a="http://schemas.openxmlformats.org/drawingml/2006/main" w="38100">
            <a:solidFill>
              <a:srgbClr val="D3A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5F3F0-8849-42B7-B827-225C3B07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66950"/>
            <a:ext cx="13525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DD5AC-18F0-4554-B261-0BD3349E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47950"/>
            <a:ext cx="1028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內在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方向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D6C8A-DE26-4C9B-8F95-57B6A647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F1B9C-777C-453B-9E07-D0B39A60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717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3A6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D3A64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3E820-3B3B-4ACA-9911-271036AB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DA69FB-4616-4EA8-83E3-5C5DB5A8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57450"/>
            <a:ext cx="1200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生命的</a:t>
            </a:r>
          </a:p>
          <a:p xmlns:a="http://schemas.openxmlformats.org/drawingml/2006/main">
            <a:pPr algn="ctr">
              <a:defRPr sz="16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意義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8BC79-1B23-4D1B-941D-6DBF052A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4B228E-C655-444A-B5DF-64FB7A22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62500"/>
            <a:ext cx="859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理解自己的個性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258349-B7CF-41B9-9D09-9AEA1FAF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57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695620-12E3-437B-9E79-81D835D5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81600"/>
            <a:ext cx="859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為經驗找到意義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32672-F4AB-415A-8A03-6C31862F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76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C90713-364B-44C7-A1CA-92DC87CB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00700"/>
            <a:ext cx="859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在不確定中形成方向</a:t>
            </a:r>
          </a:p>
        </p:txBody>
      </p:sp>
    </p:spTree>
    <p:extLst>
      <p:ext uri="{BB962C8B-B14F-4D97-AF65-F5344CB8AC3E}">
        <p14:creationId xmlns:p14="http://schemas.microsoft.com/office/powerpoint/2010/main" val="12805879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EC9E04-ABF4-49FB-B4EE-0D4D8455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心理學像一副觀看心靈的眼鏡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B2A31-3BE6-4F9A-A152-8E931FE7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6F0F0-6FD2-49AB-BA3C-5E18C693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序章｜活出自我的榮格心理學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0AD84-C0BB-42CE-9520-EC31606F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37F49-9C90-4133-88D6-FACC3DB0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81200"/>
            <a:ext cx="247650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1324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9534C-0DED-43D6-9077-ED96297B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81200"/>
            <a:ext cx="247650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1324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F2AAC-1103-47BF-8331-42E76ED8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95625"/>
            <a:ext cx="6286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F7933-58D0-43FE-8095-7E6CD4E4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622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沒有任何一副眼鏡</a:t>
            </a:r>
          </a:p>
          <a:p xmlns:a="http://schemas.openxmlformats.org/drawingml/2006/main">
            <a:pPr algn="ctr">
              <a:defRPr sz="17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能看見心靈的全部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80AEE-84AE-4366-9A99-D5D38DD6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622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重要的是：</a:t>
            </a:r>
          </a:p>
          <a:p xmlns:a="http://schemas.openxmlformats.org/drawingml/2006/main">
            <a:pPr algn="ctr">
              <a:defRPr sz="17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它是否適合此刻的你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F5CCD-ACE4-45E3-A1D1-DD932D93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47850"/>
            <a:ext cx="3429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FAAB0-7606-435C-B4D0-7EED80F0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71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8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A85F45"/>
                </a:solidFill>
                <a:latin typeface="Microsoft JhengHei"/>
                <a:ea typeface="Microsoft JhengHei"/>
                <a:cs typeface="Microsoft JhengHei"/>
              </a:rPr>
              <a:t>榮格的提醒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01CB5-4448-440B-BC34-4DF7A975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19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81881-17EF-450E-B549-441492FF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43200"/>
            <a:ext cx="2495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佛洛伊德、阿德勒與榮格各有適用時刻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3A1861-CCD3-4F32-A7E3-4E36B7EB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09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07A95-DC5B-4A4B-B83C-4ABD77A5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2495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理論不是信仰，也不是萬能工具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CA991-D05F-4FE3-9A24-85527041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00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502D3-48F3-4516-9B10-B4032596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24300"/>
            <a:ext cx="2495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個性會決定我們需要什麼視角</a:t>
            </a:r>
          </a:p>
        </p:txBody>
      </p:sp>
    </p:spTree>
    <p:extLst>
      <p:ext uri="{BB962C8B-B14F-4D97-AF65-F5344CB8AC3E}">
        <p14:creationId xmlns:p14="http://schemas.microsoft.com/office/powerpoint/2010/main" val="186142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00C0D1-699B-466C-B850-D74E5E2E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536CD-491F-4EFF-8A9D-44F0C956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66800"/>
            <a:ext cx="102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C0523-724F-41A5-811D-51BC9B0C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381125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失敗，是改變的契機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BCE16-9421-4A13-A0EB-BB00EED6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860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rPr>
              <a:t>從適應世界，走向成為自己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DEF4D-27CE-44B0-A208-FF936AC3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76650"/>
            <a:ext cx="1809750" cy="1809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18C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EE499-04CA-426D-B09C-4D1E1B6D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67200"/>
            <a:ext cx="1809750" cy="1809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3A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16F13-C9E5-4A24-B8E9-10745575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857750"/>
            <a:ext cx="1809750" cy="1809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F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32049-7E9A-42C2-9D4A-30BBA16C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11A48-191B-4F39-B053-F87387E6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443461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BE9B89-C091-4B0C-812F-83DD2849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人生前半場與後半場：課題改變了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E5BB0-2813-4971-97B1-98FA25E4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CB552-49CC-47AC-8E13-FD89E699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第一章｜個體化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79282-294B-49CA-B6B5-FD2205C5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BFA1C-5869-4AAC-816D-FDEA76CE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006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EBD05-4D84-4829-BD5B-70FDCBA4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24000"/>
            <a:ext cx="52006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3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E05DB-A493-4E51-BD5C-513B314C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人生前半場｜適應世界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F5623-CAF3-4191-AB6D-37681330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4D8DD-172D-437D-9FCD-C30312EB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765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建立身分與能力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FC834-F635-43AF-BB52-6348147F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9BF82-70BA-420E-99D3-A02169F7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242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融入學校、職場與家庭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DA86A-7311-432D-BE34-DF238CED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D76B3-9557-4EAC-B3EF-22D0269A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719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追求成就、勝利與認可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F0E75-FEA5-4D7F-8A33-64AEAF99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A5423-0502-41AC-BD56-51688384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196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回答「我要成為誰？」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7E60C-54D4-4CE7-A892-8B71E5A1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478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人生後半場｜回到自己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EEFF5-6F06-497A-BE63-CD105300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398327-3581-4505-BAAD-3FAD0E08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面對有限、失去與死亡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F40FDB-5A93-4515-8AAF-D6677E9A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0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2BCAA6-D0F9-426A-9EB7-2B8AF8B3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242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聽見被忽略的內在需求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0E3619-1541-4C68-BE5A-D2C8010B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48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122DBB-3AD2-4F31-9176-2B7552A8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719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重新衡量成功的意義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BA5E98-7187-4C66-8EA9-1BE351F8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95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1B07DE-844D-4640-BB7B-06B230C6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196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回答「我究竟是誰？」</a:t>
            </a:r>
          </a:p>
        </p:txBody>
      </p:sp>
    </p:spTree>
    <p:extLst>
      <p:ext uri="{BB962C8B-B14F-4D97-AF65-F5344CB8AC3E}">
        <p14:creationId xmlns:p14="http://schemas.microsoft.com/office/powerpoint/2010/main" val="16190172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506CE9-A9B0-4380-B24E-98FAD88A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人生的正午：不是年齡，而是一個心理時刻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C4D02-6AE7-4D55-AF75-254DCB41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CA20E-410C-4D87-ABFF-81678348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第一章｜個體化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35C06-5376-4DA3-B86E-9FFC3E36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81BDB-4D5B-4643-BD94-F9879DC7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981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6704E-A3DF-4574-A8CC-08C673E2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860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B6A12-B2A6-4EB8-B39E-E28BB3F4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累積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4CA3A-C8D0-4438-8FDB-AA1801B6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195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建立角色與能力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C3273-74EC-47D7-83F7-5BDC57C4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C5541-DABA-4B82-B8CB-368FC401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004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順行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C7609-408C-415A-B906-53E59CFC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195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依靠既有公式生活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A2133-927A-4542-8F97-340ADE37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860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0BEC95-0F54-4B85-99CC-F5B90A67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6004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正午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EF14EE-3CEC-4908-8006-85BD45AA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195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舊方法開始失效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67456-435A-4872-B7D4-C25BDD90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860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6C4976-EB4B-4E1A-AD66-6B29D569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轉向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94885-01BE-4049-B1CC-45E43B92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195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重新聆聽內在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AA8590-59FF-4778-84F4-F359A744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860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493C11-DE85-49AE-A569-4DE63370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004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整合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A1603-156D-47D2-889F-4F11DFAD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195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形成自己的道路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5D3A95-4258-4001-BBC0-8F53B2B7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A85F45"/>
                </a:solidFill>
                <a:latin typeface="Microsoft JhengHei"/>
                <a:ea typeface="Microsoft JhengHei"/>
                <a:cs typeface="Microsoft JhengHei"/>
              </a:rPr>
              <a:t>失業、疾病、關係破裂、創作停滯——都可能讓「正午」提早或延後到來。</a:t>
            </a:r>
          </a:p>
        </p:txBody>
      </p:sp>
    </p:spTree>
    <p:extLst>
      <p:ext uri="{BB962C8B-B14F-4D97-AF65-F5344CB8AC3E}">
        <p14:creationId xmlns:p14="http://schemas.microsoft.com/office/powerpoint/2010/main" val="14143390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993114-9EAD-4AA1-86BC-B552EBEC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人生轉折通常以「卡住」的形式出現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41524-DD4E-4B17-81E1-43D0CD7A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1B168-B6F0-4AAE-9636-B949B930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第一章｜個體化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EB72A-2ACA-4496-AF36-D9AFC3CD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0D19B-E5BE-4326-AF16-F9D8D78F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381250" cy="3143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7FBAF-BC2A-4E22-BAB4-607FF32C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3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D208D-30B0-4D50-B8CB-6ADBA607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工作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987F9-9380-4F28-BF95-D0381EA3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18859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原本有效的能力突然失去意義；成就不再帶來滿足。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F791A-9720-4581-A46A-7D5411A1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00200"/>
            <a:ext cx="2381250" cy="3143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E27B6-2576-4A56-BB3A-3207ED2D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002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56CB8-CF56-4671-91CA-4A91D0BC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2880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關係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B631E-E04D-4EAC-A1C3-EED41A39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43150"/>
            <a:ext cx="18859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熟悉的互動模式破裂，無法再用舊角色維持平衡。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9809B-51D9-4115-9D32-295DD340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00200"/>
            <a:ext cx="2381250" cy="3143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E8774-A81A-465F-8A03-5C60843B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002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8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23000-2799-47AA-8927-53489ED1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2880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身體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A45B8E-0599-405E-A11F-5A57A610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43150"/>
            <a:ext cx="18859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疾病、疲憊或老化，使我們無法繼續忽略有限性。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5E58A9-2B9E-4941-B50A-24A7EB2D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00200"/>
            <a:ext cx="2381250" cy="3143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2B56A-1AD4-4C69-9A3B-CD0872D1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002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9D872D-115B-40EC-BF01-9DCBD23E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2880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意義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B2CF3C-FB9B-4E30-9812-A5B12E63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43150"/>
            <a:ext cx="18859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生活看似正常，內在卻反覆問：「然後呢？」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D813A7-B53E-4294-8809-7BFB07F9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卡住不一定是故障，也可能是心靈要求改變方向。</a:t>
            </a:r>
          </a:p>
        </p:txBody>
      </p:sp>
    </p:spTree>
    <p:extLst>
      <p:ext uri="{BB962C8B-B14F-4D97-AF65-F5344CB8AC3E}">
        <p14:creationId xmlns:p14="http://schemas.microsoft.com/office/powerpoint/2010/main" val="4237410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678CB5-BF3C-48E2-8613-FE0DFCC9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不安為什麼會突然變得很大？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4ECBE-BE27-4507-BC83-6607DCF7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01839-B8DA-4E6D-B6A2-43331B6F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第一章｜個體化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9CE6D-0C91-424A-A0E3-D608FFAB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A1931-6918-4B07-A7C2-704D7904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4857750" cy="34480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75E9C-1EDE-494E-AE2E-BE59713A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38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意識中的我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FCA8E-5B72-43DE-91F9-60CF0EDE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575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142F3-6D3E-49C5-8CA1-FD9103DC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31470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熟悉角色</a:t>
            </a:r>
          </a:p>
          <a:p xmlns:a="http://schemas.openxmlformats.org/drawingml/2006/main">
            <a:pPr algn="ctr">
              <a:defRPr sz="1575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既有目標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C3DCF-1949-4BA8-BBC9-C448EBAE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857750" cy="34480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13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318FE-FF84-4740-8C89-9DA6DE0F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38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尚未被承認的我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FF305-48A8-4219-BE5B-3B5B5948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241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EB463B-8D9C-40E6-ADC1-A08D86FF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76600"/>
            <a:ext cx="1085850" cy="1085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D15BD-E9E0-491F-8880-B0FD5BBF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336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4C1E57-B3CF-4245-B2E4-10D4578C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813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渴望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75369-543A-4A65-9D9B-003F416A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671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陰影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851769-FC22-43CF-A8F0-2CDB9E91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813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可能性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A0100-3B8C-4C51-A5E0-65F2E6BA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8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A85F45"/>
                </a:solidFill>
                <a:latin typeface="Microsoft JhengHei"/>
                <a:ea typeface="Microsoft JhengHei"/>
                <a:cs typeface="Microsoft JhengHei"/>
              </a:rPr>
              <a:t>不安，是兩個世界之間的張力。</a:t>
            </a:r>
          </a:p>
        </p:txBody>
      </p:sp>
    </p:spTree>
    <p:extLst>
      <p:ext uri="{BB962C8B-B14F-4D97-AF65-F5344CB8AC3E}">
        <p14:creationId xmlns:p14="http://schemas.microsoft.com/office/powerpoint/2010/main" val="13609183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F33588-49B7-4B8F-AF3B-23D7926B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成功心理學與榮格心理學：問題不同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3DF3B-1DE0-47F1-85B9-E04EE1AB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45CB1-9DF0-4060-B6ED-B08D70C5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第一章｜個體化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39E58-A2D3-4926-A991-C75A1A66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B20DA-F7CD-4DF6-8925-039A745E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006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4B589-EDF0-4F6E-9796-4407C90B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24000"/>
            <a:ext cx="52006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3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1FECE-EBAA-460B-8841-1AA38095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成功／教練視角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4C088-CF74-4D6C-B5BB-72C24E86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37A75-9CBD-4868-9769-DD941944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765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下一次怎麼贏回來？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8D299-3DCC-4C1E-ACD3-26267EFA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70707-B7A7-4DED-95C8-B6D7B58E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242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如何提升績效與效率？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1C817-925F-45C7-A47A-F892844A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3A7DC-0AAB-4996-80CE-F285E85B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719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如何回到原本的軌道？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5976D-5697-46A9-BD7D-87853B5B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784AB-86A0-49D3-B696-07AAE548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196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聚焦目標與行動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64186-5D13-46F3-B8E3-6F4AF178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478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榮格視角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948693-1DD9-4DE9-A9E3-FC038218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4DF94-446A-48AC-BA53-68C7A7A3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這次失敗意味著什麼？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81C0A2-FE2A-4F4A-91EF-F73A6EB3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0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166133-595F-4774-BE6B-2D4DA02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242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哪部分的我一直沒被看見？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336A96-D600-42D2-86BE-08CF6A5C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48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617863-9581-4650-81ED-017FDC9E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719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是否需要放棄原本的軌道？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004BC-A2B7-4BD8-9683-B0F5C8C6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95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7126A0-2CEF-4CB3-AA61-018B4D68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196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聚焦意義與整體</a:t>
            </a:r>
          </a:p>
        </p:txBody>
      </p:sp>
    </p:spTree>
    <p:extLst>
      <p:ext uri="{BB962C8B-B14F-4D97-AF65-F5344CB8AC3E}">
        <p14:creationId xmlns:p14="http://schemas.microsoft.com/office/powerpoint/2010/main" val="20433163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3FB116-9E2F-4E7D-8213-D5E43E18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個體化：不是更突出，而是更完整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3C638-FB30-426B-B1C2-221164AA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986FD-CCF8-4709-9BB5-FB0E1445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第一章｜個體化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79222-CC53-46CE-939D-ACA7797B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5264E-9C50-49AA-907A-9E8E82E9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81150"/>
            <a:ext cx="3733800" cy="3733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6"/>
          </a:solidFill>
          <a:ln xmlns:a="http://schemas.openxmlformats.org/drawingml/2006/main" w="38100">
            <a:solidFill>
              <a:srgbClr val="D3A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2EEA8-14FF-44A3-9A0A-25E75C7E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66950"/>
            <a:ext cx="2362200" cy="2362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718C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8A182-B70F-4FA3-A5DF-E1595582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527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8AE2A-59D1-4A56-A367-E7801965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自性</a:t>
            </a:r>
          </a:p>
          <a:p xmlns:a="http://schemas.openxmlformats.org/drawingml/2006/main">
            <a:pPr algn="ctr">
              <a:defRPr sz="15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心理整體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9893C-4775-45AF-8CF5-508420B0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002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18C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718C78"/>
                </a:solidFill>
                <a:latin typeface="Microsoft JhengHei"/>
                <a:ea typeface="Microsoft JhengHei"/>
                <a:cs typeface="Microsoft JhengHei"/>
              </a:rPr>
              <a:t>未被承認的部分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6F768-ED1F-471F-9EFB-3AA2EF48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34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「我」只是整體中的一部分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0838F-A752-44CB-BDC4-1831D2B1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個體化的三個方向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D19B02-DF8E-4534-92D9-D6633415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B33D1-52EA-4A60-8363-0CD76513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81250"/>
            <a:ext cx="4495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辨認：看見自己慣用的角色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FC83B-88E8-40D7-9796-85F3D3CD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95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D1212-3B0E-4112-9796-0B054857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4495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承認：容納衝突、陰影與限制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A888E-B7B2-418A-BA33-A44A07D5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3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0C4BD4-7404-403D-A5E5-F4CE074C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57650"/>
            <a:ext cx="4495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整合：形成更能承擔生命的自己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BDC53B-4CD0-46E3-9364-C32B5CE6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29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A85F45"/>
                </a:solidFill>
                <a:latin typeface="Microsoft JhengHei"/>
                <a:ea typeface="Microsoft JhengHei"/>
                <a:cs typeface="Microsoft JhengHei"/>
              </a:rPr>
              <a:t>個體化 ≠ 個人主義，也不是「只做自己想做的事」。</a:t>
            </a:r>
          </a:p>
        </p:txBody>
      </p:sp>
    </p:spTree>
    <p:extLst>
      <p:ext uri="{BB962C8B-B14F-4D97-AF65-F5344CB8AC3E}">
        <p14:creationId xmlns:p14="http://schemas.microsoft.com/office/powerpoint/2010/main" val="20948998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99A2A3-CC88-48D6-9FF2-9B93FFF6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失敗如何轉化成重生的入口？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93796-2EBD-4135-B920-28E765B1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0D3B2-7755-48BB-A00A-4D8E64E2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第一章｜個體化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CF28D-E4F2-428D-ACA3-649815DA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86D87-004C-4B25-9DDB-ED2F036E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98C55-3106-456E-9444-B5C2B14F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7EADB-EBB5-46E1-BDBB-80C915BE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94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停下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FE405-591F-4A37-AB21-C6BF5267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943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舊有軌道無法繼續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7E65A-3731-47C6-8A42-EB48C066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574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0E468-21C9-4252-8572-5D763240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F6BE8-06A8-4A7E-9B8F-B0C502D0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5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93295-6665-4394-BFF1-73E13ABB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194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哀悼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958C82-4B08-445B-9A2F-73DB17EA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29000"/>
            <a:ext cx="1943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承認失去與不能回復原狀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46DB07-77E1-4072-9E5A-8D70385B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574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A5B6A-C238-4088-AB97-FBFF3E73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76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770867-3A4E-4AAB-9CCA-3FEA59B0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5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31DF7-DC00-49B7-937B-848AB9C9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28950"/>
            <a:ext cx="194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聆聽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952ABA-33A8-405F-9AFD-8B3D2349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29000"/>
            <a:ext cx="1943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看見被壓抑的需求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980B88-DC30-4023-8F00-6E1DFF81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574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BFF15D-7C35-4131-8CD1-50D989A2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76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21FC6B-3F47-4336-99AC-CA0472E5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5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12CB29-7786-4016-B6B3-6AA6B710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28950"/>
            <a:ext cx="194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試探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4EE257-9682-4E01-93E5-3570A7C5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29000"/>
            <a:ext cx="1943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容許新的可能性出現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6E1906-A5C2-4AC4-817F-66474C0F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574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9C29C3-4016-4799-98C6-70129F19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76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724F8E-B7D7-45E3-95D8-86D70446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5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C934F3-D535-42D0-9D72-B95EC819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28950"/>
            <a:ext cx="194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重寫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3B7050-F17A-4EAB-B7F2-D4B13F8D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29000"/>
            <a:ext cx="1943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編織新的生命故事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26FE72-D016-45FD-B2BB-BF70EBB5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轉化不是把失敗說成好事，而是讓它不只剩下失敗。</a:t>
            </a:r>
          </a:p>
        </p:txBody>
      </p:sp>
    </p:spTree>
    <p:extLst>
      <p:ext uri="{BB962C8B-B14F-4D97-AF65-F5344CB8AC3E}">
        <p14:creationId xmlns:p14="http://schemas.microsoft.com/office/powerpoint/2010/main" val="7616018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BF7956-86DD-4764-B692-CB5FE987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停一下，回到自己的經驗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FBEE1-75A7-429A-A81E-98CB67E8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8D672-67FE-40A6-9D32-53F3C520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895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你生命中有沒有一件事，</a:t>
            </a:r>
          </a:p>
          <a:p xmlns:a="http://schemas.openxmlformats.org/drawingml/2006/main">
            <a:pPr algn="l">
              <a:defRPr sz="315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當時像失敗，後來卻改變了你？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7EC2D-40DF-452E-8519-0FDA2065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43350"/>
            <a:ext cx="895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52B81-8674-4BC8-B72C-107F50D3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67200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可以只想，不一定要分享。留意：那次事件讓你失去了什麼？又迫使你看見了什麼？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DEA91-7DF5-4243-A41B-CE79F9F7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反思｜個體化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329DC-BF4B-4D09-91E7-FFDECA40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84029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3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47D086-EB3A-4430-9614-B722909D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14CDD-8AE9-4E52-88E3-33A08F27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66800"/>
            <a:ext cx="102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A2067-A5E5-48B2-A7C7-A2C47E18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381125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聽從內在的聲音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B4D4C-3F21-4AE6-B0B3-EE881C6C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860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rPr>
              <a:t>夢，是無意識送往意識的訊息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18235-EC44-4949-A692-7A2EACEE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76650"/>
            <a:ext cx="1809750" cy="1809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18C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C7525-E1EA-45FA-B4E8-C2243E12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67200"/>
            <a:ext cx="1809750" cy="1809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3A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3C221-66D8-4294-AA30-100B6D32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857750"/>
            <a:ext cx="1809750" cy="1809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F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A9445-1F52-48E9-B8A6-68D8E3ED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096C0-4767-41E9-B686-B09D8251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135189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3A8B6B-B32E-419C-9D8D-E7F15ACF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榮格的心靈地圖：自我不是全部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ED646-8801-4C69-9AF8-08669631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B062F-F6E6-4DDD-9486-48647CCD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第二章｜夢的解析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F4C02-4D10-4044-82F8-530B6067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1E9D8-A264-4EF8-8148-F995B02B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668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16FCF-8A94-4768-B32A-2F2C5405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76450"/>
            <a:ext cx="2781300" cy="2781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8D46B-F31F-4FF5-94F0-BF25647C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813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B536E-E69A-4CE1-B3F0-FCCCDF24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573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集體無意識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923A5-2156-43F5-8D40-60B1306C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81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個人無意識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9EDA6-B7CF-4FBD-94D3-4E7640B7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171825"/>
            <a:ext cx="1028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自我</a:t>
            </a:r>
          </a:p>
          <a:p xmlns:a="http://schemas.openxmlformats.org/drawingml/2006/main">
            <a:pPr algn="ctr">
              <a:defRPr sz="150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意識中心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D7BFC2-A9A7-400A-BC40-FB9F734D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718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6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3A64A"/>
                </a:solidFill>
                <a:latin typeface="Microsoft JhengHei"/>
                <a:ea typeface="Microsoft JhengHei"/>
                <a:cs typeface="Microsoft JhengHei"/>
              </a:rPr>
              <a:t>自性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FB9F5-5C0B-48FD-861F-181B1EB4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05200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87964-1C27-4F69-ACA9-C3E18F57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57350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93C1E-7D80-49B5-A0D0-FECD0FE7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8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A85F45"/>
                </a:solidFill>
                <a:latin typeface="Microsoft JhengHei"/>
                <a:ea typeface="Microsoft JhengHei"/>
                <a:cs typeface="Microsoft JhengHei"/>
              </a:rPr>
              <a:t>核心提醒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32EC1-ECFB-4A9D-98F4-323A7DB7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0C21E-E075-41C4-BCFA-5B7AA9AA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90800"/>
            <a:ext cx="354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「我」只是心靈中的一個房間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C57C1-BA41-4F8D-A03F-540A3343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C74BFA-CB1B-444E-8407-74EA4A35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354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夢讓其他房間的聲音被聽見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DF2F8E-D192-40EB-BA3A-E74A3E09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1BD60C-607E-4CB4-AC93-12143B1D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62400"/>
            <a:ext cx="354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心理發展朝向平衡與完整</a:t>
            </a:r>
          </a:p>
        </p:txBody>
      </p:sp>
    </p:spTree>
    <p:extLst>
      <p:ext uri="{BB962C8B-B14F-4D97-AF65-F5344CB8AC3E}">
        <p14:creationId xmlns:p14="http://schemas.microsoft.com/office/powerpoint/2010/main" val="1178766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8172B4-A559-42AD-A17B-5A598804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夢為什麼重要？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32732-A606-4184-8D89-0DC45DC7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C5DA5-6612-49B0-B008-55406CE5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第二章｜夢的解析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30B05-535D-48FB-9E8F-1236C5D1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5EBCB-40B0-4101-89BF-CC11093F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238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34409-3C99-4ED5-A40C-653C34F7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6200" cy="3238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3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236E4-7F07-4F9A-B8CE-178B06ED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反映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C1162-7505-4BD8-88C3-15D4A1CA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27432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夢呈現意識忽略、壓抑或尚未理解的心理內容。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4C060-3236-4883-86B9-F00DAA02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238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BE746-7A6B-4E2A-A20B-7D5C5F22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76200" cy="3238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15FFA-5B5F-42E6-A126-79DADF91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4310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補償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543AFA-9CC8-4ADB-9987-3D248C72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57450"/>
            <a:ext cx="27432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當生活態度過度單一，夢可能提供相反或缺少的觀點。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F8615-1889-403E-9FD2-2617D734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14500"/>
            <a:ext cx="3238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56173-A29F-4A7C-8E75-2AA10AC2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14500"/>
            <a:ext cx="76200" cy="3238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8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D47B9-DED0-49F5-8A06-B7FCB699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發展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121D9-5B57-4BDE-8FAC-E4AF526E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7432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夢不只回顧過去，也可能指出人格尚未實現的可能性。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01D725-CEAB-4FC9-91E5-8A3CDBE9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夢不是預言，而是心靈正在進行的自我調節。</a:t>
            </a:r>
          </a:p>
        </p:txBody>
      </p:sp>
    </p:spTree>
    <p:extLst>
      <p:ext uri="{BB962C8B-B14F-4D97-AF65-F5344CB8AC3E}">
        <p14:creationId xmlns:p14="http://schemas.microsoft.com/office/powerpoint/2010/main" val="8555494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3C83A4-96D3-4128-AADB-756D7D81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佛洛伊德與榮格：都通往無意識，但方向不同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66ED1-F775-4A6A-B11F-E95FC623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1031A-E712-4C32-9768-853FEBD9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第二章｜夢的解析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AC768-59AB-486A-8AB0-F1A2E9FC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12132-387B-4D8D-9A29-00EBE8B5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006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126FF-FEAC-4CC5-8C9F-9D07E201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24000"/>
            <a:ext cx="52006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3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11F52-3BC3-4ADA-B4EE-F2ECC963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佛洛伊德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AD3C6-70C8-49BE-946E-F7DEBF21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AEC85-19BD-4B72-9924-D9C54ED0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765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夢與願望、壓抑有關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F74D4-F9A7-47A3-B653-242B5603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4FDEF-2277-4383-929B-95055928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242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重視個人生命史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3DD72-D7F6-479F-832D-279650C4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92A4BF-60BD-435C-BFF7-2969A07D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719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追溯症狀與衝突的來源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D6E4A-F0FD-4613-8D45-5E889B46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475D7A-C779-41FC-B570-B7E9662B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196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常以還原方式理解象徵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1DEB9-9EAF-457B-B7A3-29C1FD62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478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榮格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D75550-484D-4AFE-B86F-1AD8A296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C2AE6-331A-40F7-9C8B-AB71E4D6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夢具有補償與調節功能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A5B5A4-18C9-4206-875A-7F7A76A2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0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978A7-F6BF-4E23-BB1A-DCF32CC6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242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兼看個人及集體層次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3395B3-1FAE-4274-B328-89886830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48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7DF0A-BAC0-45C4-92B4-E0DC2459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719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關注人格未來的發展可能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D48B93-54BF-485A-89FF-7A3A86BF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95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881FD-93D2-4D7E-AADF-7DE5FB8E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196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象徵保留多義與未知</a:t>
            </a:r>
          </a:p>
        </p:txBody>
      </p:sp>
    </p:spTree>
    <p:extLst>
      <p:ext uri="{BB962C8B-B14F-4D97-AF65-F5344CB8AC3E}">
        <p14:creationId xmlns:p14="http://schemas.microsoft.com/office/powerpoint/2010/main" val="3786276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3F4D2A-1184-4AEE-84EE-E494664B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夢不是一本固定的符號字典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369FA-AE13-4271-A65B-76F93C0D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C6F83-8F68-4558-9851-F82059AF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第二章｜夢的解析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110E5-FDD2-48E7-A73B-A9E720E6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8E8AD-AB20-4FF2-B3CF-955679AF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1910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13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51B27-6432-4565-B1D4-C2EB41C6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621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A8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A85F45"/>
                </a:solidFill>
                <a:latin typeface="Microsoft JhengHei"/>
                <a:ea typeface="Microsoft JhengHei"/>
                <a:cs typeface="Microsoft JhengHei"/>
              </a:rPr>
              <a:t>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A30E3-1800-4626-B221-AB3DE05A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76450"/>
            <a:ext cx="238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蛇 = 危險</a:t>
            </a:r>
          </a:p>
          <a:p xmlns:a="http://schemas.openxmlformats.org/drawingml/2006/main">
            <a:pPr algn="l">
              <a:defRPr sz="21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水 = 情緒</a:t>
            </a:r>
          </a:p>
          <a:p xmlns:a="http://schemas.openxmlformats.org/drawingml/2006/main">
            <a:pPr algn="l">
              <a:defRPr sz="21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死亡 = 壞事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19F5D-EC28-40DC-9D1C-D3C32A49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rPr>
              <a:t>忽略做夢者的生命脈絡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8BDAF-25CA-4F57-AF14-BE74A40D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57350"/>
            <a:ext cx="60769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1D76E-9350-4D42-BA8E-359BFC67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621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18C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718C78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F9A52-5938-4326-9C95-7968DDFE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8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先問：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1A846-51C7-48FF-967A-51BB29D3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90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32FCE-4383-4C31-ADBF-A3A615C0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1460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你對這個象徵有什麼聯想？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6019D-9358-4A10-843B-2A150D66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1F085-95AB-4184-9852-AD159B9D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6705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夢裡最強烈的情緒是什麼？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BD51A-134D-444B-9210-2448D513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F6E34C-29DA-4BCD-B061-26177BAB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它與最近的生活有何關聯？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CD61AB-1047-4108-96BE-2DEE4CE6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3867B7-F969-4654-AB60-D6257067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7195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這個夢補上了什麼觀點？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15DA40-9E4C-47C3-AE30-ED7A8947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象徵的意義，必須回到做夢者。</a:t>
            </a:r>
          </a:p>
        </p:txBody>
      </p:sp>
    </p:spTree>
    <p:extLst>
      <p:ext uri="{BB962C8B-B14F-4D97-AF65-F5344CB8AC3E}">
        <p14:creationId xmlns:p14="http://schemas.microsoft.com/office/powerpoint/2010/main" val="12310589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689965-FD01-4497-8D44-9F6960E0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榮格式夢境解析：六個步驟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9F66B-1B6A-4F46-A22B-F3F921D2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88D2D-0A92-42E8-AE98-8E358D88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第二章｜夢的解析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13D54-EC64-404C-8B44-1FDD1AF3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C619D-245A-43F3-B20A-77C1E8DB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0744A-61AD-4685-A81C-FD954EF6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BD46C-00B7-49FC-AA08-DB40605B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95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記錄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82E74-0969-4143-80A5-72FDB863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336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保留原始情節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4A976-F26E-47F6-BC8F-158D5932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76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641B2-B4BA-4747-8968-2E1099C6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90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3CB46-7045-4A26-8AD8-4BD38723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95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感受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9F132-0F68-4F49-ADAD-358A3F78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336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辨認核心情緒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F523B-B670-4E98-8352-7DE9E45D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76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2B8F55-B21D-4852-8A3D-599167F8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958269-0B01-4912-8C66-A280F006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95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結構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89A089-8DFD-4204-9F80-B352F4B6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336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人物、場景、轉折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6ED135-9681-44C3-83FC-5BF06315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A0CE0-B70A-49F5-A123-086DA1BD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E9482A-F072-490D-993A-39783F86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05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聯想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5D3F17-D07D-4BBB-9977-88EF4115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433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個人的生命連結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13C55F-335F-446E-937C-8B23B669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86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5E4952-B0E9-40A9-9D6D-7489E5EE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00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B4DC08-300E-4FED-8DC1-18B380AB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05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脈絡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B68414-9F20-417C-B5D3-BEBEDCB5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433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對照當下生活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0C7823-0C08-4C99-AB39-5C12621B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86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4E5C83-38E1-43E0-B2F3-307FAF4A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00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02A8ED-0C3C-4701-920F-0D591317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05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補償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955795-4FDD-4D28-A738-80E33D9C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433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夢帶來何種修正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715E89-AC55-441D-A7D3-BCAAF2A9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8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A85F45"/>
                </a:solidFill>
                <a:latin typeface="Microsoft JhengHei"/>
                <a:ea typeface="Microsoft JhengHei"/>
                <a:cs typeface="Microsoft JhengHei"/>
              </a:rPr>
              <a:t>解析不是一次定案，而是與夢持續對話。</a:t>
            </a:r>
          </a:p>
        </p:txBody>
      </p:sp>
    </p:spTree>
    <p:extLst>
      <p:ext uri="{BB962C8B-B14F-4D97-AF65-F5344CB8AC3E}">
        <p14:creationId xmlns:p14="http://schemas.microsoft.com/office/powerpoint/2010/main" val="21859267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F4B2FF-F5DC-48F0-BFDE-D29D8375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夢中人物：可能是他，也可能是我的一部分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9F034-9F3B-47FF-9EA9-149A190E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456D1-55C1-4311-A090-3E54AC3B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第二章｜夢的解析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9DE3B-F5BA-4A78-BFAF-5B54D6DE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5AE74-52F1-4D57-ABE8-459548A1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D0A49-614D-4A09-B859-7A7B0DDB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813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現實層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6C06E-B61F-4203-AAF8-2AFF6FEE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與真實人物的關係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DF47F-B4D4-416A-9DF7-93B4AFE5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432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3A6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D3A64A"/>
                </a:solidFill>
                <a:latin typeface="Microsoft JhengHei"/>
                <a:ea typeface="Microsoft JhengHei"/>
                <a:cs typeface="Microsoft JhengHei"/>
              </a:rPr>
              <a:t>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FBDA3-8F45-4CC4-BE0C-6806E1D1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002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52B45-DCE8-4FF4-AEEE-08E0226D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主體層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B4D6C-9A37-49F1-B654-7281839F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6720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自身人格的一部分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89D6F-7478-4F58-A78E-65F6304A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3A6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D3A64A"/>
                </a:solidFill>
                <a:latin typeface="Microsoft JhengHei"/>
                <a:ea typeface="Microsoft JhengHei"/>
                <a:cs typeface="Microsoft JhengHei"/>
              </a:rPr>
              <a:t>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CE097-512E-49D9-AB2C-D7B438EE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33550"/>
            <a:ext cx="2628900" cy="262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6"/>
          </a:solidFill>
          <a:ln xmlns:a="http://schemas.openxmlformats.org/drawingml/2006/main" w="38100">
            <a:solidFill>
              <a:srgbClr val="D3A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EF29D-AB3D-466C-8CE7-C405151C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09850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夢的多重意義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2D383-1EC3-4C60-A058-4DC9AB9B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768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不要急著二選一；夢可能同時談關係，也談自己。</a:t>
            </a:r>
          </a:p>
        </p:txBody>
      </p:sp>
    </p:spTree>
    <p:extLst>
      <p:ext uri="{BB962C8B-B14F-4D97-AF65-F5344CB8AC3E}">
        <p14:creationId xmlns:p14="http://schemas.microsoft.com/office/powerpoint/2010/main" val="16245358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8CD1D4-F7CD-4366-8418-36E3EA0B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情結：內心裡有情緒與記憶組成的「人物」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0B7BF-9835-41C8-B696-5435C9F9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AB3EB-6629-48BF-A774-C880854C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第二章｜夢的解析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2A419-2ACC-4119-B9BF-EC2D7D30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0C324-A304-4C24-9149-893CE813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953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B367A-2415-464D-94EB-3FF8ED43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8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A85F45"/>
                </a:solidFill>
                <a:latin typeface="Microsoft JhengHei"/>
                <a:ea typeface="Microsoft JhengHei"/>
                <a:cs typeface="Microsoft JhengHei"/>
              </a:rPr>
              <a:t>情結（complex）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20FB8-4A68-4653-8B53-8BA9772D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不是只有「自卑感」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9469C-1D6F-4F77-A694-F511BAC3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CD7E3-FFB2-43B8-90C4-BA7F8F69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6705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以情緒為中心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F42D4-EE17-4703-9DE4-5F4E1BD9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7AB79-EDC1-49AD-B1E8-B9DC159A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57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連結記憶、意象與身體反應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6A8EB-8263-4AB7-85B6-3D7D96D6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8412F-6A21-4A5E-A3F7-29E70560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在特定情境中自動被啟動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165C3F-B97A-41E4-B2B6-3E07CFA4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3149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3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2FF598-CF66-4F47-A4DB-9A77355B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rPr>
              <a:t>當情結被觸發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73BBCE-9639-4251-9BF8-5CA65DF3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84401C-2CF5-403B-8954-A3F28A84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882C05-CA85-4641-86B0-477A132E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05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04EF3F-CB1B-4EBF-9577-B8D2E996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908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反應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F130E-F71F-4356-82B7-5D27E0C8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241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記憶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86E89C-F9F6-411A-BA84-92C13331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52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情緒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1C0172-3362-4000-84AE-2513C3AE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624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此刻的我，可能不再是唯一的主導者。</a:t>
            </a:r>
          </a:p>
        </p:txBody>
      </p:sp>
    </p:spTree>
    <p:extLst>
      <p:ext uri="{BB962C8B-B14F-4D97-AF65-F5344CB8AC3E}">
        <p14:creationId xmlns:p14="http://schemas.microsoft.com/office/powerpoint/2010/main" val="43436490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3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5411E3-1469-4961-9056-67F4B2B2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2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6BECF-08BD-43DA-99DB-CB81C48C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477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42D4D-38F3-4529-9905-978A4B3B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38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rPr>
              <a:t>夢境解析的倫理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1A16F-BAFC-470B-A913-1DF96B35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19250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夢境的答案，在那個人的心中。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1A6B9-C68E-41C1-8AB3-843BB0A4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C0E4F-5AB5-401E-8E3F-89DC83D7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rPr>
              <a:t>夢的分析不是權威給答案，而是治療者與做夢者的協同作業。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1DB4D-088C-4AF6-902B-C4FAA4E4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《榮格心理學入門》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84AFE-D763-4EBC-BC89-C7619F84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6023496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3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E43846-8326-48D5-9622-E8145801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F61C5-7533-4463-9121-9033C19B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66800"/>
            <a:ext cx="102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47321-A831-4843-A9F2-8BBDE3C6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381125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接納人生的不合理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F4B95-10A2-46B7-A444-1BEC2603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860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rPr>
              <a:t>回到生命的起點，取回自己的主導權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8D80C-21A8-499F-80D9-29D07FD3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76650"/>
            <a:ext cx="1809750" cy="1809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18C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1EFCF-A179-4017-BDE5-99F159E2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67200"/>
            <a:ext cx="1809750" cy="1809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3A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09029-DFA7-4861-8C9C-0D2586B0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857750"/>
            <a:ext cx="1809750" cy="1809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F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F71F4-D907-4801-B074-81533A98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59E2B-AA08-4C37-8E2E-9837EE86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1428294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C067B9-3B2D-4348-95F7-9AF1A9EE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雙親是我們理解世界的第一塊基石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EF071-C3D8-4A9D-9289-C3D0E6C1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91930-C8BD-4B86-9E96-CB73B70D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第三章｜內在父親與母親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A66AB-A482-496D-ADF2-CE482CDC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56D11-93C0-4106-AEBC-0571F898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3E5DF-9EE5-42B9-A0FF-7C4295FB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47950"/>
            <a:ext cx="1028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照顧</a:t>
            </a:r>
          </a:p>
          <a:p xmlns:a="http://schemas.openxmlformats.org/drawingml/2006/main">
            <a:pPr algn="ctr">
              <a:defRPr sz="16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與安全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30E04-9544-427C-B2A1-977DDD82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6ACE3-D29F-41E9-9190-713CE27F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47950"/>
            <a:ext cx="1028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規範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與權威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4CCD7-9CEE-44C8-888C-F6CCC488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DC5AF-D78C-4FB7-9245-B7A4415A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47950"/>
            <a:ext cx="1028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自我</a:t>
            </a:r>
          </a:p>
          <a:p xmlns:a="http://schemas.openxmlformats.org/drawingml/2006/main">
            <a:pPr algn="ctr">
              <a:defRPr sz="165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形象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F80F5-A195-4A32-B558-3DB61169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FAC52-2C04-4895-99FE-DA2DEF39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47950"/>
            <a:ext cx="1028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關係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F231C-2468-4F16-BBCB-BEFC2052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0062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不理解自己的「出發地點」，就很難理解自己如何走到今天。</a:t>
            </a:r>
          </a:p>
        </p:txBody>
      </p:sp>
    </p:spTree>
    <p:extLst>
      <p:ext uri="{BB962C8B-B14F-4D97-AF65-F5344CB8AC3E}">
        <p14:creationId xmlns:p14="http://schemas.microsoft.com/office/powerpoint/2010/main" val="112511440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2AA028-9824-44C9-853B-7D1BE5A6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內在父親與母親：不完全等於現實中的父母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0D7A7-96FE-4CE8-A5B3-73700F4A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2F225-76F2-4889-843E-ED897D93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第三章｜內在父親與母親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4DCBE-4911-457B-88BD-24E45BDA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05009-AE30-4AD5-89AA-F7445257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953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3D93E-FCDC-4481-900D-0702C704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19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現實中的雙親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BAD33-7168-4AB3-8C3D-731C5751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20776-2727-4B25-BFC3-F6DBA7F3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67000"/>
            <a:ext cx="3733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具體的人與相處經驗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97F10-3DB6-4FFA-BCB8-0C5FD3EA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CFB72-36F1-4BBB-8EEA-07F80AAD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3733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有能力，也有缺陷與限制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B6493-08CB-4865-9FB2-FB66283B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41C72-EB84-4C06-9A31-FBD15D22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00500"/>
            <a:ext cx="3733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可能帶來愛，也可能帶來傷害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71A9F7-34B3-4B59-AA97-EDE1C7AA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3149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3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C7FFE6-80C2-4085-A878-D5D2F2A9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193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被內化的心理形象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E8A5B-A81F-40AD-AD84-5A8EF731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76EFE-DF08-41D3-B60E-86804894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67000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我如何理解權威與照顧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60C29-A1E3-4C7E-8973-8F5F2388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09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46C9EE-DD40-4FD6-A1B0-79F1C6A6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33750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我允許自己成為什麼樣的人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ACA471-8D86-49B2-9A55-7C727976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76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7D2BE7-1E96-4D2D-A175-AAA11CC8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00500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我如何對待自己與他人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C51978-3459-4721-BB2A-FE834FA8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A85F45"/>
                </a:solidFill>
                <a:latin typeface="Microsoft JhengHei"/>
                <a:ea typeface="Microsoft JhengHei"/>
                <a:cs typeface="Microsoft JhengHei"/>
              </a:rPr>
              <a:t>我們後來面對的，往往不只是真實父母，還有住進心裡的父母。</a:t>
            </a:r>
          </a:p>
        </p:txBody>
      </p:sp>
    </p:spTree>
    <p:extLst>
      <p:ext uri="{BB962C8B-B14F-4D97-AF65-F5344CB8AC3E}">
        <p14:creationId xmlns:p14="http://schemas.microsoft.com/office/powerpoint/2010/main" val="51755678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5032AD-7F90-4161-AC3D-AB78B227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阿尼瑪與阿尼姆斯：內在他者與投射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D4EB4-F130-440E-A517-DB36078A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F0007-4A86-4198-A95F-A44B83B7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第三章｜內在父親與母親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33F72-A2B2-4E83-A709-2247173C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F1432-892D-434F-993E-B6B9A8B5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526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BDD1E-C3A6-442F-AF3A-7EAEE943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146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2D446-A20B-44C4-B332-86BAE9D2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336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我所認識的自己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618CC-9E00-41F5-BB5A-C3F7B547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3855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被投射的內在他者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C359E-AB10-419E-AF51-0919783F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38300"/>
            <a:ext cx="5048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1A0D5-7BD1-4FDC-876B-0F4CF96C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A85F45"/>
                </a:solidFill>
                <a:latin typeface="Microsoft JhengHei"/>
                <a:ea typeface="Microsoft JhengHei"/>
                <a:cs typeface="Microsoft JhengHei"/>
              </a:rPr>
              <a:t>分享時的三個層次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447F1-F0EE-454E-9CC6-F270E8A1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63415-B48C-4A44-966A-6DA17F8C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86050"/>
            <a:ext cx="3829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傳統榮格：內在異性意象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F6239-22D7-4ABE-9554-689D38FE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86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04F13-5CCC-401F-9E39-944D72E9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3829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關係層次：吸引、理想化與投射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75A8A-83EB-4768-80BC-14FEE206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79D27-D59F-418C-A473-325D584D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33850"/>
            <a:ext cx="3829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現代補充：避免把性別僵化為二元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6B442-D0C3-4B1E-B839-6C95766C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重點不是替人貼標籤，而是辨認「我把什麼放到對方身上」。</a:t>
            </a:r>
          </a:p>
        </p:txBody>
      </p:sp>
    </p:spTree>
    <p:extLst>
      <p:ext uri="{BB962C8B-B14F-4D97-AF65-F5344CB8AC3E}">
        <p14:creationId xmlns:p14="http://schemas.microsoft.com/office/powerpoint/2010/main" val="49273638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40D5A5-5AC5-44B7-8BDC-74EB5523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家族課題如何跨世代傳遞？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072C2-9E1A-4CF3-BDAC-98FA6A37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62BD7-A5A9-49DA-9ACF-4F0F9E55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第三章｜內在父親與母親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0313A-245A-4E05-BA2B-5E27681E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1F64A-B895-4FA1-961D-8E27A1D8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095500" cy="2190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796D3-8986-4640-86A8-BBDEBD55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第一代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9E733-72E1-4429-9D07-9C6A5BF7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創傷與無法言說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74026-FF91-4A26-AB6F-66B996A7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337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3A6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D3A64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0288A-831D-43E8-818D-9842072A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95500"/>
            <a:ext cx="2095500" cy="2190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C5D2F-32F2-4030-8D5E-91D9FA94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003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第二代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487D7-9BD7-4283-BB11-DB6DDCC2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05150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沉默、警戒與關係模式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5C22C-8230-414B-8938-325F909B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337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3A6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D3A64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464F0-BECE-4FAB-968E-2F272810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2095500" cy="2190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1DB443-1FA0-465B-9E1F-108E5EFD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第三代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B10A4-CD7C-4737-9337-201DA562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5150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莫名的不信任與孤立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0CFC74-D46B-4C8A-A6A3-01023E3E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337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3A6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D3A64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0E1B9-EC3F-4C70-831A-13E64600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95500"/>
            <a:ext cx="2095500" cy="2190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3A64A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A95D1A-437A-45F3-8B82-049A0FE0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003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轉化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A79750-66A8-4D07-BDDD-CD6C2DB5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05150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命名、理解與重新選擇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DA9761-8DFD-4B4E-BBFC-8B3E20E1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書中東歐案例：父母在高壓政治環境中失去信任，孩子卻在沒有直接經歷創傷的情況下承接了不信任。</a:t>
            </a:r>
          </a:p>
        </p:txBody>
      </p:sp>
    </p:spTree>
    <p:extLst>
      <p:ext uri="{BB962C8B-B14F-4D97-AF65-F5344CB8AC3E}">
        <p14:creationId xmlns:p14="http://schemas.microsoft.com/office/powerpoint/2010/main" val="88036849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FA6066-1365-4088-957F-FB1654A3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「接納命運」：先釐清它不代表什麼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BB650-CF1B-46C0-8EC8-AA5BE1A6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9F5C3-B210-4304-A350-0613326A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第三章｜內在父親與母親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56487-B5D7-439E-9C81-ED30F471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7BEB3-5357-49C3-B94C-973B919B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006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4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16BCE-ACAF-4543-A7D6-2EEB4639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24000"/>
            <a:ext cx="52006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3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07E52-7642-4D94-A537-6A2DF89C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接納不代表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45940-773E-43CD-98E7-7CA3DF41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AE098-CE66-4E5D-A733-D4744ADA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765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合理化曾經發生的傷害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3DF9E-A684-4680-A33D-5443E4A9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FF97B-E2A7-4B20-B949-02907F38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242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要求自己原諒一切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E39D0-B1F4-4AE9-A515-197E013E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9A79C-22B1-414C-8A3B-B11C12EA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719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把責任推回受傷的人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F31D4B-D42C-4B83-B37A-DF5AE473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B1CC8D-AC92-4D8E-9527-FC1D0306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196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停止設立界線或尋求協助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E48DEE-920E-426B-BB75-B556E405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478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接納可能代表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54775-48F9-4444-8D3C-8913C322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0963F-AE13-4413-AF35-5C7C8E68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承認它已成為生命的一部分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DC431A-6450-401B-A15F-A864B1ED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0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64BCD-7CA2-4C74-BE61-E59A8602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242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理解它如何影響現在的我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3D5B45-4C83-409E-A313-FD4E56D9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48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69B434-F77B-43F0-A84B-760F386A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719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不再讓傷害者掌握主導權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02C924-72C7-460C-A145-415CAA35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95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C6B00F-2B0C-4072-9E77-B5640803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196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選擇我要如何回應這段命運</a:t>
            </a:r>
          </a:p>
        </p:txBody>
      </p:sp>
    </p:spTree>
    <p:extLst>
      <p:ext uri="{BB962C8B-B14F-4D97-AF65-F5344CB8AC3E}">
        <p14:creationId xmlns:p14="http://schemas.microsoft.com/office/powerpoint/2010/main" val="33648677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DBEA0C-2FD6-4F31-9B85-A4011CCF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《鋼之鍊金術師》：無法取消失去，但能形成一顆心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99971-66F9-418D-8B11-83982704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71D08-3E13-407B-BC18-EC4CF798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第三章｜內在父親與母親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6F57E-67C0-4665-951F-83210E86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68757B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5226A-8DE9-47E1-BA86-C3156392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3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303E5-5167-42E2-9E20-945691B9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7210C-A2A2-46FD-8DCE-09D0C59E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3365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被迫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失去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7E845-7FE8-49CF-B3B0-5E2DB669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336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8D44A-2A73-478D-B665-939BB3FB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DC573-099F-4C15-A68B-8919A42C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3365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面對</a:t>
            </a:r>
          </a:p>
          <a:p xmlns:a="http://schemas.openxmlformats.org/drawingml/2006/main">
            <a:pPr algn="ctr">
              <a:defRPr sz="150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痛苦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CE614-1E1A-4A7E-931A-70B3D9A4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336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4E3EAA-2916-4B2C-9C86-469A4267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907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523B0-2A5C-4DCF-95AA-54714F7C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3365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理解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命運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3321A-4AA8-4274-A58D-DB19CAEF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336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B12BC-FF9D-4336-A114-BFBEEC8F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81200"/>
            <a:ext cx="1638300" cy="1638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6"/>
          </a:solidFill>
          <a:ln xmlns:a="http://schemas.openxmlformats.org/drawingml/2006/main" w="38100">
            <a:solidFill>
              <a:srgbClr val="E8C87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7762E-8121-4F95-A94A-EE65F3A7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289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鋼鐵之心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14DDAA-2837-46D7-98EC-F7F9F946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不是因為痛苦本身高貴，而是人能在痛苦中逐漸形成承擔生命的力量。</a:t>
            </a:r>
          </a:p>
        </p:txBody>
      </p:sp>
    </p:spTree>
    <p:extLst>
      <p:ext uri="{BB962C8B-B14F-4D97-AF65-F5344CB8AC3E}">
        <p14:creationId xmlns:p14="http://schemas.microsoft.com/office/powerpoint/2010/main" val="128480533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3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F316C9-383B-47F1-9E30-2353A2FD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三章，其實是一條完整的旅程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0A907-2E8D-455B-AAA9-7ADA4F06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5E002-0216-494B-8A7A-E9488C68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DB493-C3DB-46E0-A1FA-B71F8A06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0BC98-38EE-4806-A149-FA8BEA7C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失敗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DF354-4C2D-4271-AA10-2736521A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rPr>
              <a:t>舊人生停止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D0DC4-3098-4A6F-90A5-49B806F5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764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178A7-1D27-42D1-B88F-BA3D55A1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09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0D991-21F6-4ACC-845B-3254D1E0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383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DD132-9AB4-4AE6-85F1-77C710BB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956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夢境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7F017-FC08-4A67-B363-32CF35A7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52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rPr>
              <a:t>內在開始說話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77DCD4-BDA3-413C-802A-971FA617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764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BD03D-DD69-4C85-AA45-E0853C12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83D4B-B66D-4C02-B5C5-224C9AD5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740441-EBF3-4AD3-9478-C9F9D2DD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956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家庭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380B57-C04B-4E2C-909C-D8CF124D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52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rPr>
              <a:t>回到生命起點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9121EE-96B1-414D-910A-7A62BAC9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669D4E-1417-433F-9E50-7646DC51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885163-3D3E-4AD0-925A-82288C49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383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32433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CF0165-07E7-48AA-87F5-A12E7D0A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956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意義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8C46CF-2EAD-46DB-9DAC-00D58681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52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rPr>
              <a:t>重新選擇如何活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2F1247-09CC-479A-9F39-FE085AAB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不是如何逃離命運，</a:t>
            </a:r>
          </a:p>
          <a:p xmlns:a="http://schemas.openxmlformats.org/drawingml/2006/main">
            <a:pPr algn="l">
              <a:defRPr sz="25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5F0E6"/>
                </a:solidFill>
                <a:latin typeface="Microsoft JhengHei"/>
                <a:ea typeface="Microsoft JhengHei"/>
                <a:cs typeface="Microsoft JhengHei"/>
              </a:rPr>
              <a:t>而是如何讓命運成為我的生命。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9D4408-06A3-4AC0-9A38-8C1D9DBF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95750"/>
            <a:ext cx="2952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87DF90-9357-409D-873B-30C66FCF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62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A85F45"/>
                </a:solidFill>
                <a:latin typeface="Microsoft JhengHei"/>
                <a:ea typeface="Microsoft JhengHei"/>
                <a:cs typeface="Microsoft JhengHei"/>
              </a:rPr>
              <a:t>帶走一個問題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808E06-2B54-4763-B06D-3D4761E3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006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最近，什麼正在要求你</a:t>
            </a:r>
          </a:p>
          <a:p xmlns:a="http://schemas.openxmlformats.org/drawingml/2006/main">
            <a:pPr algn="l">
              <a:defRPr sz="14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8242B"/>
                </a:solidFill>
                <a:latin typeface="Microsoft JhengHei"/>
                <a:ea typeface="Microsoft JhengHei"/>
                <a:cs typeface="Microsoft JhengHei"/>
              </a:rPr>
              <a:t>停下來，重新聽自己？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267768-1BF5-4A0A-B75D-090F9737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rPr>
              <a:t>Q&amp;A / 分享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45229C-B02D-4D68-94A7-8022428A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15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E8C873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2820918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2026-06-18T15:50:39.4930000Z</dcterms:created>
  <dcterms:modified xsi:type="dcterms:W3CDTF">2026-06-18T15:50:39.4930000Z</dcterms:modified>
</coreProperties>
</file>